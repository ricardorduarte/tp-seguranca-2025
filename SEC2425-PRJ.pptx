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15"/>
  </p:notes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  <p:sldId id="263" r:id="rId9"/>
    <p:sldId id="265" r:id="rId10"/>
    <p:sldId id="264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4326BD6-4322-D8EF-D846-D9D65D6280DE}" name="Martim Ferreira de Oliveira" initials="MFdO" userId="S::a2022132041@isec.pt::2c2953fe-8547-4e23-8cf4-ffba63fb53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6781"/>
    <a:srgbClr val="627190"/>
    <a:srgbClr val="6C7B9D"/>
    <a:srgbClr val="7A87A7"/>
    <a:srgbClr val="8792B1"/>
    <a:srgbClr val="959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876" autoAdjust="0"/>
  </p:normalViewPr>
  <p:slideViewPr>
    <p:cSldViewPr snapToGrid="0">
      <p:cViewPr varScale="1">
        <p:scale>
          <a:sx n="92" d="100"/>
          <a:sy n="92" d="100"/>
        </p:scale>
        <p:origin x="12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5E10F0-0D1C-439F-9BDB-68642F4A6E3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F04D324-1B57-40C1-AD03-66259ABF7081}">
      <dgm:prSet/>
      <dgm:spPr/>
      <dgm:t>
        <a:bodyPr/>
        <a:lstStyle/>
        <a:p>
          <a:r>
            <a:rPr lang="pt-PT" dirty="0"/>
            <a:t>O que é?</a:t>
          </a:r>
          <a:endParaRPr lang="en-US" dirty="0"/>
        </a:p>
      </dgm:t>
    </dgm:pt>
    <dgm:pt modelId="{9BE74BDF-F390-47F5-96F4-4BD023A0E099}" type="parTrans" cxnId="{7E4AF8BE-3644-4AB1-B53E-2A04F3BAF4BB}">
      <dgm:prSet/>
      <dgm:spPr/>
      <dgm:t>
        <a:bodyPr/>
        <a:lstStyle/>
        <a:p>
          <a:endParaRPr lang="en-US"/>
        </a:p>
      </dgm:t>
    </dgm:pt>
    <dgm:pt modelId="{BB2C3DE5-468D-4858-986E-E5D96672347B}" type="sibTrans" cxnId="{7E4AF8BE-3644-4AB1-B53E-2A04F3BAF4BB}">
      <dgm:prSet/>
      <dgm:spPr/>
      <dgm:t>
        <a:bodyPr/>
        <a:lstStyle/>
        <a:p>
          <a:endParaRPr lang="en-US"/>
        </a:p>
      </dgm:t>
    </dgm:pt>
    <dgm:pt modelId="{34F278DD-BC2F-41C5-8FF9-8BFAEDA91953}">
      <dgm:prSet/>
      <dgm:spPr/>
      <dgm:t>
        <a:bodyPr/>
        <a:lstStyle/>
        <a:p>
          <a:r>
            <a:rPr lang="pt-PT"/>
            <a:t>O que faz?</a:t>
          </a:r>
          <a:endParaRPr lang="en-US"/>
        </a:p>
      </dgm:t>
    </dgm:pt>
    <dgm:pt modelId="{6B0AD076-5665-46C6-BB88-55501BCDDCA1}" type="parTrans" cxnId="{4424F177-DF64-4A7A-A203-A1CDB358C73A}">
      <dgm:prSet/>
      <dgm:spPr/>
      <dgm:t>
        <a:bodyPr/>
        <a:lstStyle/>
        <a:p>
          <a:endParaRPr lang="en-US"/>
        </a:p>
      </dgm:t>
    </dgm:pt>
    <dgm:pt modelId="{4F480568-81CF-4D42-95C7-A1BB5C152D1D}" type="sibTrans" cxnId="{4424F177-DF64-4A7A-A203-A1CDB358C73A}">
      <dgm:prSet/>
      <dgm:spPr/>
      <dgm:t>
        <a:bodyPr/>
        <a:lstStyle/>
        <a:p>
          <a:endParaRPr lang="en-US"/>
        </a:p>
      </dgm:t>
    </dgm:pt>
    <dgm:pt modelId="{F20819E5-5F47-4DB5-8339-428BC91E9CC0}">
      <dgm:prSet/>
      <dgm:spPr/>
      <dgm:t>
        <a:bodyPr/>
        <a:lstStyle/>
        <a:p>
          <a:r>
            <a:rPr lang="pt-PT"/>
            <a:t>Como faz?</a:t>
          </a:r>
          <a:endParaRPr lang="en-US"/>
        </a:p>
      </dgm:t>
    </dgm:pt>
    <dgm:pt modelId="{02E24603-7CCE-4BB2-B112-065B6C79C261}" type="parTrans" cxnId="{9D5A9B9F-03C2-40BC-8F4B-2779AAB8730A}">
      <dgm:prSet/>
      <dgm:spPr/>
      <dgm:t>
        <a:bodyPr/>
        <a:lstStyle/>
        <a:p>
          <a:endParaRPr lang="en-US"/>
        </a:p>
      </dgm:t>
    </dgm:pt>
    <dgm:pt modelId="{2067091B-2D34-4FE9-B4B4-4634DBB1046D}" type="sibTrans" cxnId="{9D5A9B9F-03C2-40BC-8F4B-2779AAB8730A}">
      <dgm:prSet/>
      <dgm:spPr/>
      <dgm:t>
        <a:bodyPr/>
        <a:lstStyle/>
        <a:p>
          <a:endParaRPr lang="en-US"/>
        </a:p>
      </dgm:t>
    </dgm:pt>
    <dgm:pt modelId="{F0931FFC-3899-4E83-99B7-FEAAEBA7D570}" type="pres">
      <dgm:prSet presAssocID="{3D5E10F0-0D1C-439F-9BDB-68642F4A6E3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71AE67-1BFC-499F-80A2-B62C8C202DD7}" type="pres">
      <dgm:prSet presAssocID="{1F04D324-1B57-40C1-AD03-66259ABF7081}" presName="root" presStyleCnt="0"/>
      <dgm:spPr/>
    </dgm:pt>
    <dgm:pt modelId="{0D91D268-5054-43AF-A2C8-699F9D9AB51C}" type="pres">
      <dgm:prSet presAssocID="{1F04D324-1B57-40C1-AD03-66259ABF7081}" presName="rootComposite" presStyleCnt="0"/>
      <dgm:spPr/>
    </dgm:pt>
    <dgm:pt modelId="{42DE442B-3A98-4A19-89B6-FA5CCBD4898F}" type="pres">
      <dgm:prSet presAssocID="{1F04D324-1B57-40C1-AD03-66259ABF7081}" presName="rootText" presStyleLbl="node1" presStyleIdx="0" presStyleCnt="3"/>
      <dgm:spPr/>
    </dgm:pt>
    <dgm:pt modelId="{2FA98665-7F3E-4728-BAB8-DF2A231DA186}" type="pres">
      <dgm:prSet presAssocID="{1F04D324-1B57-40C1-AD03-66259ABF7081}" presName="rootConnector" presStyleLbl="node1" presStyleIdx="0" presStyleCnt="3"/>
      <dgm:spPr/>
    </dgm:pt>
    <dgm:pt modelId="{783B07A0-7DDF-45EF-A79A-B5F6132150EF}" type="pres">
      <dgm:prSet presAssocID="{1F04D324-1B57-40C1-AD03-66259ABF7081}" presName="childShape" presStyleCnt="0"/>
      <dgm:spPr/>
    </dgm:pt>
    <dgm:pt modelId="{4B1861B1-D30C-4961-9F12-4F381917251E}" type="pres">
      <dgm:prSet presAssocID="{34F278DD-BC2F-41C5-8FF9-8BFAEDA91953}" presName="root" presStyleCnt="0"/>
      <dgm:spPr/>
    </dgm:pt>
    <dgm:pt modelId="{5D768F7B-9E18-4A1A-829B-C607408CD83F}" type="pres">
      <dgm:prSet presAssocID="{34F278DD-BC2F-41C5-8FF9-8BFAEDA91953}" presName="rootComposite" presStyleCnt="0"/>
      <dgm:spPr/>
    </dgm:pt>
    <dgm:pt modelId="{0D34EC72-3E54-4192-8ADE-5DA673F7A6B3}" type="pres">
      <dgm:prSet presAssocID="{34F278DD-BC2F-41C5-8FF9-8BFAEDA91953}" presName="rootText" presStyleLbl="node1" presStyleIdx="1" presStyleCnt="3"/>
      <dgm:spPr/>
    </dgm:pt>
    <dgm:pt modelId="{36DE027E-4B22-4885-9A49-3FB6F8E0C360}" type="pres">
      <dgm:prSet presAssocID="{34F278DD-BC2F-41C5-8FF9-8BFAEDA91953}" presName="rootConnector" presStyleLbl="node1" presStyleIdx="1" presStyleCnt="3"/>
      <dgm:spPr/>
    </dgm:pt>
    <dgm:pt modelId="{5C90EEA7-AE40-4BF7-8710-B996F1B1C087}" type="pres">
      <dgm:prSet presAssocID="{34F278DD-BC2F-41C5-8FF9-8BFAEDA91953}" presName="childShape" presStyleCnt="0"/>
      <dgm:spPr/>
    </dgm:pt>
    <dgm:pt modelId="{4C291DB6-552C-44BA-88F9-23180A49E5B8}" type="pres">
      <dgm:prSet presAssocID="{F20819E5-5F47-4DB5-8339-428BC91E9CC0}" presName="root" presStyleCnt="0"/>
      <dgm:spPr/>
    </dgm:pt>
    <dgm:pt modelId="{007A4F33-99F0-45B9-8D99-D629D3041973}" type="pres">
      <dgm:prSet presAssocID="{F20819E5-5F47-4DB5-8339-428BC91E9CC0}" presName="rootComposite" presStyleCnt="0"/>
      <dgm:spPr/>
    </dgm:pt>
    <dgm:pt modelId="{0B8E0816-41AE-4DB4-A462-8C5C163194BC}" type="pres">
      <dgm:prSet presAssocID="{F20819E5-5F47-4DB5-8339-428BC91E9CC0}" presName="rootText" presStyleLbl="node1" presStyleIdx="2" presStyleCnt="3"/>
      <dgm:spPr/>
    </dgm:pt>
    <dgm:pt modelId="{372EEA20-55D5-4B49-A852-5CB1B626C517}" type="pres">
      <dgm:prSet presAssocID="{F20819E5-5F47-4DB5-8339-428BC91E9CC0}" presName="rootConnector" presStyleLbl="node1" presStyleIdx="2" presStyleCnt="3"/>
      <dgm:spPr/>
    </dgm:pt>
    <dgm:pt modelId="{6D549E5C-9E0E-400B-B52D-52205698955F}" type="pres">
      <dgm:prSet presAssocID="{F20819E5-5F47-4DB5-8339-428BC91E9CC0}" presName="childShape" presStyleCnt="0"/>
      <dgm:spPr/>
    </dgm:pt>
  </dgm:ptLst>
  <dgm:cxnLst>
    <dgm:cxn modelId="{54DA9018-94D5-41E8-8A89-D7BF8A767411}" type="presOf" srcId="{1F04D324-1B57-40C1-AD03-66259ABF7081}" destId="{42DE442B-3A98-4A19-89B6-FA5CCBD4898F}" srcOrd="0" destOrd="0" presId="urn:microsoft.com/office/officeart/2005/8/layout/hierarchy3"/>
    <dgm:cxn modelId="{61F80441-199B-4BBA-AB53-39B031A57E97}" type="presOf" srcId="{F20819E5-5F47-4DB5-8339-428BC91E9CC0}" destId="{0B8E0816-41AE-4DB4-A462-8C5C163194BC}" srcOrd="0" destOrd="0" presId="urn:microsoft.com/office/officeart/2005/8/layout/hierarchy3"/>
    <dgm:cxn modelId="{C5D4F16E-D955-4A80-B1DA-36504FA4C7BB}" type="presOf" srcId="{3D5E10F0-0D1C-439F-9BDB-68642F4A6E3A}" destId="{F0931FFC-3899-4E83-99B7-FEAAEBA7D570}" srcOrd="0" destOrd="0" presId="urn:microsoft.com/office/officeart/2005/8/layout/hierarchy3"/>
    <dgm:cxn modelId="{4424F177-DF64-4A7A-A203-A1CDB358C73A}" srcId="{3D5E10F0-0D1C-439F-9BDB-68642F4A6E3A}" destId="{34F278DD-BC2F-41C5-8FF9-8BFAEDA91953}" srcOrd="1" destOrd="0" parTransId="{6B0AD076-5665-46C6-BB88-55501BCDDCA1}" sibTransId="{4F480568-81CF-4D42-95C7-A1BB5C152D1D}"/>
    <dgm:cxn modelId="{9D5A9B9F-03C2-40BC-8F4B-2779AAB8730A}" srcId="{3D5E10F0-0D1C-439F-9BDB-68642F4A6E3A}" destId="{F20819E5-5F47-4DB5-8339-428BC91E9CC0}" srcOrd="2" destOrd="0" parTransId="{02E24603-7CCE-4BB2-B112-065B6C79C261}" sibTransId="{2067091B-2D34-4FE9-B4B4-4634DBB1046D}"/>
    <dgm:cxn modelId="{64F972A9-3E80-48F8-BED1-5BA0F284AB9A}" type="presOf" srcId="{1F04D324-1B57-40C1-AD03-66259ABF7081}" destId="{2FA98665-7F3E-4728-BAB8-DF2A231DA186}" srcOrd="1" destOrd="0" presId="urn:microsoft.com/office/officeart/2005/8/layout/hierarchy3"/>
    <dgm:cxn modelId="{CB3358B0-6D80-4600-8BA4-A0B5216D4C2F}" type="presOf" srcId="{F20819E5-5F47-4DB5-8339-428BC91E9CC0}" destId="{372EEA20-55D5-4B49-A852-5CB1B626C517}" srcOrd="1" destOrd="0" presId="urn:microsoft.com/office/officeart/2005/8/layout/hierarchy3"/>
    <dgm:cxn modelId="{2E8436B3-6910-4323-9D6A-62D9BFD0F7CA}" type="presOf" srcId="{34F278DD-BC2F-41C5-8FF9-8BFAEDA91953}" destId="{36DE027E-4B22-4885-9A49-3FB6F8E0C360}" srcOrd="1" destOrd="0" presId="urn:microsoft.com/office/officeart/2005/8/layout/hierarchy3"/>
    <dgm:cxn modelId="{7E4AF8BE-3644-4AB1-B53E-2A04F3BAF4BB}" srcId="{3D5E10F0-0D1C-439F-9BDB-68642F4A6E3A}" destId="{1F04D324-1B57-40C1-AD03-66259ABF7081}" srcOrd="0" destOrd="0" parTransId="{9BE74BDF-F390-47F5-96F4-4BD023A0E099}" sibTransId="{BB2C3DE5-468D-4858-986E-E5D96672347B}"/>
    <dgm:cxn modelId="{B3C40FD6-53A4-42B6-94F4-6FB611BCD108}" type="presOf" srcId="{34F278DD-BC2F-41C5-8FF9-8BFAEDA91953}" destId="{0D34EC72-3E54-4192-8ADE-5DA673F7A6B3}" srcOrd="0" destOrd="0" presId="urn:microsoft.com/office/officeart/2005/8/layout/hierarchy3"/>
    <dgm:cxn modelId="{D65F48DA-2F42-42E4-9785-1BD59F61D265}" type="presParOf" srcId="{F0931FFC-3899-4E83-99B7-FEAAEBA7D570}" destId="{DF71AE67-1BFC-499F-80A2-B62C8C202DD7}" srcOrd="0" destOrd="0" presId="urn:microsoft.com/office/officeart/2005/8/layout/hierarchy3"/>
    <dgm:cxn modelId="{345AF88E-A7CD-4E9A-A729-0F1FD2F5B626}" type="presParOf" srcId="{DF71AE67-1BFC-499F-80A2-B62C8C202DD7}" destId="{0D91D268-5054-43AF-A2C8-699F9D9AB51C}" srcOrd="0" destOrd="0" presId="urn:microsoft.com/office/officeart/2005/8/layout/hierarchy3"/>
    <dgm:cxn modelId="{86A0E0CB-DF45-4390-B9ED-FF2CA3368BCA}" type="presParOf" srcId="{0D91D268-5054-43AF-A2C8-699F9D9AB51C}" destId="{42DE442B-3A98-4A19-89B6-FA5CCBD4898F}" srcOrd="0" destOrd="0" presId="urn:microsoft.com/office/officeart/2005/8/layout/hierarchy3"/>
    <dgm:cxn modelId="{2BB64D8E-5BEA-4D93-8376-878087C7A4B7}" type="presParOf" srcId="{0D91D268-5054-43AF-A2C8-699F9D9AB51C}" destId="{2FA98665-7F3E-4728-BAB8-DF2A231DA186}" srcOrd="1" destOrd="0" presId="urn:microsoft.com/office/officeart/2005/8/layout/hierarchy3"/>
    <dgm:cxn modelId="{3A4D6220-7304-472D-A4F0-2B5635E14F91}" type="presParOf" srcId="{DF71AE67-1BFC-499F-80A2-B62C8C202DD7}" destId="{783B07A0-7DDF-45EF-A79A-B5F6132150EF}" srcOrd="1" destOrd="0" presId="urn:microsoft.com/office/officeart/2005/8/layout/hierarchy3"/>
    <dgm:cxn modelId="{82DD9855-CBDC-4BBC-A81B-12E27F4E37A0}" type="presParOf" srcId="{F0931FFC-3899-4E83-99B7-FEAAEBA7D570}" destId="{4B1861B1-D30C-4961-9F12-4F381917251E}" srcOrd="1" destOrd="0" presId="urn:microsoft.com/office/officeart/2005/8/layout/hierarchy3"/>
    <dgm:cxn modelId="{4A671AE2-A9B9-4561-A90D-4990E3E0CA99}" type="presParOf" srcId="{4B1861B1-D30C-4961-9F12-4F381917251E}" destId="{5D768F7B-9E18-4A1A-829B-C607408CD83F}" srcOrd="0" destOrd="0" presId="urn:microsoft.com/office/officeart/2005/8/layout/hierarchy3"/>
    <dgm:cxn modelId="{16F36429-BDEF-4B76-9270-F7BA5ADEEA2C}" type="presParOf" srcId="{5D768F7B-9E18-4A1A-829B-C607408CD83F}" destId="{0D34EC72-3E54-4192-8ADE-5DA673F7A6B3}" srcOrd="0" destOrd="0" presId="urn:microsoft.com/office/officeart/2005/8/layout/hierarchy3"/>
    <dgm:cxn modelId="{E8788F44-2579-41A3-BE3D-8CDEF3D29EC5}" type="presParOf" srcId="{5D768F7B-9E18-4A1A-829B-C607408CD83F}" destId="{36DE027E-4B22-4885-9A49-3FB6F8E0C360}" srcOrd="1" destOrd="0" presId="urn:microsoft.com/office/officeart/2005/8/layout/hierarchy3"/>
    <dgm:cxn modelId="{8D7BA038-3CCE-4AEC-BAC7-05D4AAB80DEC}" type="presParOf" srcId="{4B1861B1-D30C-4961-9F12-4F381917251E}" destId="{5C90EEA7-AE40-4BF7-8710-B996F1B1C087}" srcOrd="1" destOrd="0" presId="urn:microsoft.com/office/officeart/2005/8/layout/hierarchy3"/>
    <dgm:cxn modelId="{C2D23DF0-BAD6-4C7C-81C1-6D7FC1BD067E}" type="presParOf" srcId="{F0931FFC-3899-4E83-99B7-FEAAEBA7D570}" destId="{4C291DB6-552C-44BA-88F9-23180A49E5B8}" srcOrd="2" destOrd="0" presId="urn:microsoft.com/office/officeart/2005/8/layout/hierarchy3"/>
    <dgm:cxn modelId="{512F2134-9427-43E9-8A34-6B51FB82221E}" type="presParOf" srcId="{4C291DB6-552C-44BA-88F9-23180A49E5B8}" destId="{007A4F33-99F0-45B9-8D99-D629D3041973}" srcOrd="0" destOrd="0" presId="urn:microsoft.com/office/officeart/2005/8/layout/hierarchy3"/>
    <dgm:cxn modelId="{5C7158A2-00CE-4325-B21F-F70F5096F6D6}" type="presParOf" srcId="{007A4F33-99F0-45B9-8D99-D629D3041973}" destId="{0B8E0816-41AE-4DB4-A462-8C5C163194BC}" srcOrd="0" destOrd="0" presId="urn:microsoft.com/office/officeart/2005/8/layout/hierarchy3"/>
    <dgm:cxn modelId="{35805E6D-A65E-4FCD-BC7C-6CC9886DCE40}" type="presParOf" srcId="{007A4F33-99F0-45B9-8D99-D629D3041973}" destId="{372EEA20-55D5-4B49-A852-5CB1B626C517}" srcOrd="1" destOrd="0" presId="urn:microsoft.com/office/officeart/2005/8/layout/hierarchy3"/>
    <dgm:cxn modelId="{CB107D02-4416-4080-B34B-D0AFAB1DF2EB}" type="presParOf" srcId="{4C291DB6-552C-44BA-88F9-23180A49E5B8}" destId="{6D549E5C-9E0E-400B-B52D-52205698955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0CA29F-974B-4133-8719-505700F060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72D15D5-0B0F-4D63-9F2D-A72F8670F13A}">
      <dgm:prSet/>
      <dgm:spPr/>
      <dgm:t>
        <a:bodyPr/>
        <a:lstStyle/>
        <a:p>
          <a:r>
            <a:rPr lang="pt-PT" dirty="0"/>
            <a:t>Descoberta de Rede Básica</a:t>
          </a:r>
          <a:endParaRPr lang="en-US" dirty="0"/>
        </a:p>
      </dgm:t>
    </dgm:pt>
    <dgm:pt modelId="{0EF36683-B1E3-4924-9733-6FE7F29459DA}" type="parTrans" cxnId="{1BEBB97B-CD5F-4D4A-A0AF-961C4B8AC189}">
      <dgm:prSet/>
      <dgm:spPr/>
      <dgm:t>
        <a:bodyPr/>
        <a:lstStyle/>
        <a:p>
          <a:endParaRPr lang="en-US"/>
        </a:p>
      </dgm:t>
    </dgm:pt>
    <dgm:pt modelId="{2DF27FAC-9DC3-45AB-98E8-53A1624B9893}" type="sibTrans" cxnId="{1BEBB97B-CD5F-4D4A-A0AF-961C4B8AC189}">
      <dgm:prSet/>
      <dgm:spPr/>
      <dgm:t>
        <a:bodyPr/>
        <a:lstStyle/>
        <a:p>
          <a:endParaRPr lang="en-US"/>
        </a:p>
      </dgm:t>
    </dgm:pt>
    <dgm:pt modelId="{7CC1AFA0-BA4D-41B4-A717-470E20425596}">
      <dgm:prSet/>
      <dgm:spPr/>
      <dgm:t>
        <a:bodyPr/>
        <a:lstStyle/>
        <a:p>
          <a:r>
            <a:rPr lang="pt-PT"/>
            <a:t>Descoberta de Rede Avançada</a:t>
          </a:r>
          <a:endParaRPr lang="en-US"/>
        </a:p>
      </dgm:t>
    </dgm:pt>
    <dgm:pt modelId="{9025E71D-C2C6-4846-A667-D1D7BAE50EF3}" type="parTrans" cxnId="{E0C1EA7F-ED1F-402C-B040-F267F1F422DB}">
      <dgm:prSet/>
      <dgm:spPr/>
      <dgm:t>
        <a:bodyPr/>
        <a:lstStyle/>
        <a:p>
          <a:endParaRPr lang="en-US"/>
        </a:p>
      </dgm:t>
    </dgm:pt>
    <dgm:pt modelId="{E4E08CAB-9A0D-4AE8-8533-69298263F6BE}" type="sibTrans" cxnId="{E0C1EA7F-ED1F-402C-B040-F267F1F422DB}">
      <dgm:prSet/>
      <dgm:spPr/>
      <dgm:t>
        <a:bodyPr/>
        <a:lstStyle/>
        <a:p>
          <a:endParaRPr lang="en-US"/>
        </a:p>
      </dgm:t>
    </dgm:pt>
    <dgm:pt modelId="{5C30CA8D-2139-4717-B4F8-ECAE25BDA597}">
      <dgm:prSet/>
      <dgm:spPr/>
      <dgm:t>
        <a:bodyPr/>
        <a:lstStyle/>
        <a:p>
          <a:r>
            <a:rPr lang="pt-PT"/>
            <a:t>Descoberta de rede Intensiva </a:t>
          </a:r>
          <a:endParaRPr lang="en-US"/>
        </a:p>
      </dgm:t>
    </dgm:pt>
    <dgm:pt modelId="{FDA31BBE-E46F-4FD4-B0F2-97B4832D2261}" type="parTrans" cxnId="{110966A5-F996-46DE-A0BA-FA8059BEE30F}">
      <dgm:prSet/>
      <dgm:spPr/>
      <dgm:t>
        <a:bodyPr/>
        <a:lstStyle/>
        <a:p>
          <a:endParaRPr lang="en-US"/>
        </a:p>
      </dgm:t>
    </dgm:pt>
    <dgm:pt modelId="{94309804-4044-4271-9396-3CCB647E1B48}" type="sibTrans" cxnId="{110966A5-F996-46DE-A0BA-FA8059BEE30F}">
      <dgm:prSet/>
      <dgm:spPr/>
      <dgm:t>
        <a:bodyPr/>
        <a:lstStyle/>
        <a:p>
          <a:endParaRPr lang="en-US"/>
        </a:p>
      </dgm:t>
    </dgm:pt>
    <dgm:pt modelId="{0A5066D0-C201-44D9-84F9-84FF88BCD26C}">
      <dgm:prSet/>
      <dgm:spPr/>
      <dgm:t>
        <a:bodyPr/>
        <a:lstStyle/>
        <a:p>
          <a:r>
            <a:rPr lang="pt-PT"/>
            <a:t>Descoberta dos Sistemas Operativos</a:t>
          </a:r>
          <a:endParaRPr lang="en-US"/>
        </a:p>
      </dgm:t>
    </dgm:pt>
    <dgm:pt modelId="{1E948128-F428-40DC-A443-FC51F90CF564}" type="parTrans" cxnId="{4CF90C84-D72C-485F-9E31-0CDFFD1A911E}">
      <dgm:prSet/>
      <dgm:spPr/>
      <dgm:t>
        <a:bodyPr/>
        <a:lstStyle/>
        <a:p>
          <a:endParaRPr lang="en-US"/>
        </a:p>
      </dgm:t>
    </dgm:pt>
    <dgm:pt modelId="{3360C3BE-DB0B-44DA-85E2-7F428B08441B}" type="sibTrans" cxnId="{4CF90C84-D72C-485F-9E31-0CDFFD1A911E}">
      <dgm:prSet/>
      <dgm:spPr/>
      <dgm:t>
        <a:bodyPr/>
        <a:lstStyle/>
        <a:p>
          <a:endParaRPr lang="en-US"/>
        </a:p>
      </dgm:t>
    </dgm:pt>
    <dgm:pt modelId="{28631EC4-3AB2-411F-827A-AA73C02667F4}">
      <dgm:prSet/>
      <dgm:spPr/>
      <dgm:t>
        <a:bodyPr/>
        <a:lstStyle/>
        <a:p>
          <a:r>
            <a:rPr lang="pt-PT"/>
            <a:t>Descoberta de Vulnerabilidades </a:t>
          </a:r>
          <a:endParaRPr lang="en-US"/>
        </a:p>
      </dgm:t>
    </dgm:pt>
    <dgm:pt modelId="{1F1C2081-2A8F-4428-9D2B-A203A8251E3F}" type="parTrans" cxnId="{367F6A51-EEEE-4FDC-8956-460619B9D0B6}">
      <dgm:prSet/>
      <dgm:spPr/>
      <dgm:t>
        <a:bodyPr/>
        <a:lstStyle/>
        <a:p>
          <a:endParaRPr lang="en-US"/>
        </a:p>
      </dgm:t>
    </dgm:pt>
    <dgm:pt modelId="{F11C4698-6FEB-4915-BD04-923E56A9690E}" type="sibTrans" cxnId="{367F6A51-EEEE-4FDC-8956-460619B9D0B6}">
      <dgm:prSet/>
      <dgm:spPr/>
      <dgm:t>
        <a:bodyPr/>
        <a:lstStyle/>
        <a:p>
          <a:endParaRPr lang="en-US"/>
        </a:p>
      </dgm:t>
    </dgm:pt>
    <dgm:pt modelId="{C79AE2FF-CE63-40B9-810A-676E9F10D204}">
      <dgm:prSet/>
      <dgm:spPr/>
      <dgm:t>
        <a:bodyPr/>
        <a:lstStyle/>
        <a:p>
          <a:r>
            <a:rPr lang="pt-PT" dirty="0"/>
            <a:t>Descoberta de Protocolos</a:t>
          </a:r>
          <a:endParaRPr lang="en-US" dirty="0"/>
        </a:p>
      </dgm:t>
    </dgm:pt>
    <dgm:pt modelId="{4B6345DF-1137-4862-82AD-445542465775}" type="parTrans" cxnId="{AA5DF9B9-6998-4639-AB13-FB9FE1B59A20}">
      <dgm:prSet/>
      <dgm:spPr/>
      <dgm:t>
        <a:bodyPr/>
        <a:lstStyle/>
        <a:p>
          <a:endParaRPr lang="en-US"/>
        </a:p>
      </dgm:t>
    </dgm:pt>
    <dgm:pt modelId="{52D19652-895F-4513-8E9C-4CB5AFB4F022}" type="sibTrans" cxnId="{AA5DF9B9-6998-4639-AB13-FB9FE1B59A20}">
      <dgm:prSet/>
      <dgm:spPr/>
      <dgm:t>
        <a:bodyPr/>
        <a:lstStyle/>
        <a:p>
          <a:endParaRPr lang="en-US"/>
        </a:p>
      </dgm:t>
    </dgm:pt>
    <dgm:pt modelId="{4138F366-A75F-4A2E-BBCF-7669552E81BC}" type="pres">
      <dgm:prSet presAssocID="{280CA29F-974B-4133-8719-505700F060BB}" presName="linear" presStyleCnt="0">
        <dgm:presLayoutVars>
          <dgm:animLvl val="lvl"/>
          <dgm:resizeHandles val="exact"/>
        </dgm:presLayoutVars>
      </dgm:prSet>
      <dgm:spPr/>
    </dgm:pt>
    <dgm:pt modelId="{16C36C2F-0E53-4B41-AF64-8CEA89F9E365}" type="pres">
      <dgm:prSet presAssocID="{E72D15D5-0B0F-4D63-9F2D-A72F8670F13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1D10194-437A-412A-8913-50F3F4601E7B}" type="pres">
      <dgm:prSet presAssocID="{2DF27FAC-9DC3-45AB-98E8-53A1624B9893}" presName="spacer" presStyleCnt="0"/>
      <dgm:spPr/>
    </dgm:pt>
    <dgm:pt modelId="{A9996D59-003E-496F-81F8-8BFD63DCEF81}" type="pres">
      <dgm:prSet presAssocID="{7CC1AFA0-BA4D-41B4-A717-470E2042559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0E25B36-9038-4A72-93C8-9BA9EC73D271}" type="pres">
      <dgm:prSet presAssocID="{E4E08CAB-9A0D-4AE8-8533-69298263F6BE}" presName="spacer" presStyleCnt="0"/>
      <dgm:spPr/>
    </dgm:pt>
    <dgm:pt modelId="{8FB9E5B5-C1EE-4B55-9629-A35144142CD9}" type="pres">
      <dgm:prSet presAssocID="{5C30CA8D-2139-4717-B4F8-ECAE25BDA59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E181837-1866-4FCD-A8D6-D2E6497D3011}" type="pres">
      <dgm:prSet presAssocID="{94309804-4044-4271-9396-3CCB647E1B48}" presName="spacer" presStyleCnt="0"/>
      <dgm:spPr/>
    </dgm:pt>
    <dgm:pt modelId="{7BC91012-70E4-47F8-930A-4F9C82E086BB}" type="pres">
      <dgm:prSet presAssocID="{0A5066D0-C201-44D9-84F9-84FF88BCD26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9D90538-9016-49B3-88BF-18A01EC117DA}" type="pres">
      <dgm:prSet presAssocID="{3360C3BE-DB0B-44DA-85E2-7F428B08441B}" presName="spacer" presStyleCnt="0"/>
      <dgm:spPr/>
    </dgm:pt>
    <dgm:pt modelId="{9DF91F77-A6D9-4C34-A119-E5747C2C50EB}" type="pres">
      <dgm:prSet presAssocID="{28631EC4-3AB2-411F-827A-AA73C02667F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404F9F9-7FC8-4688-99C2-BBA2789E303C}" type="pres">
      <dgm:prSet presAssocID="{F11C4698-6FEB-4915-BD04-923E56A9690E}" presName="spacer" presStyleCnt="0"/>
      <dgm:spPr/>
    </dgm:pt>
    <dgm:pt modelId="{15B95C51-9FB5-4C41-AA01-4C66D8366E5D}" type="pres">
      <dgm:prSet presAssocID="{C79AE2FF-CE63-40B9-810A-676E9F10D204}" presName="parentText" presStyleLbl="node1" presStyleIdx="5" presStyleCnt="6" custLinFactNeighborX="-375" custLinFactNeighborY="93775">
        <dgm:presLayoutVars>
          <dgm:chMax val="0"/>
          <dgm:bulletEnabled val="1"/>
        </dgm:presLayoutVars>
      </dgm:prSet>
      <dgm:spPr/>
    </dgm:pt>
  </dgm:ptLst>
  <dgm:cxnLst>
    <dgm:cxn modelId="{EC0F8F0F-8A7F-477C-8AEF-C89DC11DA8B4}" type="presOf" srcId="{C79AE2FF-CE63-40B9-810A-676E9F10D204}" destId="{15B95C51-9FB5-4C41-AA01-4C66D8366E5D}" srcOrd="0" destOrd="0" presId="urn:microsoft.com/office/officeart/2005/8/layout/vList2"/>
    <dgm:cxn modelId="{22F59E17-10D4-479D-B04A-9A3C21F57E05}" type="presOf" srcId="{28631EC4-3AB2-411F-827A-AA73C02667F4}" destId="{9DF91F77-A6D9-4C34-A119-E5747C2C50EB}" srcOrd="0" destOrd="0" presId="urn:microsoft.com/office/officeart/2005/8/layout/vList2"/>
    <dgm:cxn modelId="{8DB7732E-0264-48DC-B814-29811AAA3199}" type="presOf" srcId="{E72D15D5-0B0F-4D63-9F2D-A72F8670F13A}" destId="{16C36C2F-0E53-4B41-AF64-8CEA89F9E365}" srcOrd="0" destOrd="0" presId="urn:microsoft.com/office/officeart/2005/8/layout/vList2"/>
    <dgm:cxn modelId="{1F2FAB38-142F-4225-ADAE-639488BBC575}" type="presOf" srcId="{7CC1AFA0-BA4D-41B4-A717-470E20425596}" destId="{A9996D59-003E-496F-81F8-8BFD63DCEF81}" srcOrd="0" destOrd="0" presId="urn:microsoft.com/office/officeart/2005/8/layout/vList2"/>
    <dgm:cxn modelId="{4205CE49-7F5E-413E-B926-18C5A54ADCF1}" type="presOf" srcId="{5C30CA8D-2139-4717-B4F8-ECAE25BDA597}" destId="{8FB9E5B5-C1EE-4B55-9629-A35144142CD9}" srcOrd="0" destOrd="0" presId="urn:microsoft.com/office/officeart/2005/8/layout/vList2"/>
    <dgm:cxn modelId="{367F6A51-EEEE-4FDC-8956-460619B9D0B6}" srcId="{280CA29F-974B-4133-8719-505700F060BB}" destId="{28631EC4-3AB2-411F-827A-AA73C02667F4}" srcOrd="4" destOrd="0" parTransId="{1F1C2081-2A8F-4428-9D2B-A203A8251E3F}" sibTransId="{F11C4698-6FEB-4915-BD04-923E56A9690E}"/>
    <dgm:cxn modelId="{1BEBB97B-CD5F-4D4A-A0AF-961C4B8AC189}" srcId="{280CA29F-974B-4133-8719-505700F060BB}" destId="{E72D15D5-0B0F-4D63-9F2D-A72F8670F13A}" srcOrd="0" destOrd="0" parTransId="{0EF36683-B1E3-4924-9733-6FE7F29459DA}" sibTransId="{2DF27FAC-9DC3-45AB-98E8-53A1624B9893}"/>
    <dgm:cxn modelId="{E0C1EA7F-ED1F-402C-B040-F267F1F422DB}" srcId="{280CA29F-974B-4133-8719-505700F060BB}" destId="{7CC1AFA0-BA4D-41B4-A717-470E20425596}" srcOrd="1" destOrd="0" parTransId="{9025E71D-C2C6-4846-A667-D1D7BAE50EF3}" sibTransId="{E4E08CAB-9A0D-4AE8-8533-69298263F6BE}"/>
    <dgm:cxn modelId="{4CF90C84-D72C-485F-9E31-0CDFFD1A911E}" srcId="{280CA29F-974B-4133-8719-505700F060BB}" destId="{0A5066D0-C201-44D9-84F9-84FF88BCD26C}" srcOrd="3" destOrd="0" parTransId="{1E948128-F428-40DC-A443-FC51F90CF564}" sibTransId="{3360C3BE-DB0B-44DA-85E2-7F428B08441B}"/>
    <dgm:cxn modelId="{110966A5-F996-46DE-A0BA-FA8059BEE30F}" srcId="{280CA29F-974B-4133-8719-505700F060BB}" destId="{5C30CA8D-2139-4717-B4F8-ECAE25BDA597}" srcOrd="2" destOrd="0" parTransId="{FDA31BBE-E46F-4FD4-B0F2-97B4832D2261}" sibTransId="{94309804-4044-4271-9396-3CCB647E1B48}"/>
    <dgm:cxn modelId="{AA5DF9B9-6998-4639-AB13-FB9FE1B59A20}" srcId="{280CA29F-974B-4133-8719-505700F060BB}" destId="{C79AE2FF-CE63-40B9-810A-676E9F10D204}" srcOrd="5" destOrd="0" parTransId="{4B6345DF-1137-4862-82AD-445542465775}" sibTransId="{52D19652-895F-4513-8E9C-4CB5AFB4F022}"/>
    <dgm:cxn modelId="{B3E956BC-9E6E-49E0-9434-8C429D4024E2}" type="presOf" srcId="{280CA29F-974B-4133-8719-505700F060BB}" destId="{4138F366-A75F-4A2E-BBCF-7669552E81BC}" srcOrd="0" destOrd="0" presId="urn:microsoft.com/office/officeart/2005/8/layout/vList2"/>
    <dgm:cxn modelId="{7910C0DF-7CD9-4D5F-AC4F-D21C789A4A00}" type="presOf" srcId="{0A5066D0-C201-44D9-84F9-84FF88BCD26C}" destId="{7BC91012-70E4-47F8-930A-4F9C82E086BB}" srcOrd="0" destOrd="0" presId="urn:microsoft.com/office/officeart/2005/8/layout/vList2"/>
    <dgm:cxn modelId="{80568452-DA3D-4C8F-88B2-7375D8FBB646}" type="presParOf" srcId="{4138F366-A75F-4A2E-BBCF-7669552E81BC}" destId="{16C36C2F-0E53-4B41-AF64-8CEA89F9E365}" srcOrd="0" destOrd="0" presId="urn:microsoft.com/office/officeart/2005/8/layout/vList2"/>
    <dgm:cxn modelId="{AF2DEFE7-C7B2-467E-A727-47CEA7D53D13}" type="presParOf" srcId="{4138F366-A75F-4A2E-BBCF-7669552E81BC}" destId="{A1D10194-437A-412A-8913-50F3F4601E7B}" srcOrd="1" destOrd="0" presId="urn:microsoft.com/office/officeart/2005/8/layout/vList2"/>
    <dgm:cxn modelId="{DD1CC0B4-8131-4400-B48A-5D17F2DA0D97}" type="presParOf" srcId="{4138F366-A75F-4A2E-BBCF-7669552E81BC}" destId="{A9996D59-003E-496F-81F8-8BFD63DCEF81}" srcOrd="2" destOrd="0" presId="urn:microsoft.com/office/officeart/2005/8/layout/vList2"/>
    <dgm:cxn modelId="{3E791096-2C13-4304-860F-CF8C4C9CB1AE}" type="presParOf" srcId="{4138F366-A75F-4A2E-BBCF-7669552E81BC}" destId="{10E25B36-9038-4A72-93C8-9BA9EC73D271}" srcOrd="3" destOrd="0" presId="urn:microsoft.com/office/officeart/2005/8/layout/vList2"/>
    <dgm:cxn modelId="{5628FD42-3969-4F4F-B317-2F67C783A482}" type="presParOf" srcId="{4138F366-A75F-4A2E-BBCF-7669552E81BC}" destId="{8FB9E5B5-C1EE-4B55-9629-A35144142CD9}" srcOrd="4" destOrd="0" presId="urn:microsoft.com/office/officeart/2005/8/layout/vList2"/>
    <dgm:cxn modelId="{060BA52B-B01E-4738-92F7-31D060CEE3C2}" type="presParOf" srcId="{4138F366-A75F-4A2E-BBCF-7669552E81BC}" destId="{9E181837-1866-4FCD-A8D6-D2E6497D3011}" srcOrd="5" destOrd="0" presId="urn:microsoft.com/office/officeart/2005/8/layout/vList2"/>
    <dgm:cxn modelId="{E445EE5C-8973-41E8-80DB-C9CD8C6896E6}" type="presParOf" srcId="{4138F366-A75F-4A2E-BBCF-7669552E81BC}" destId="{7BC91012-70E4-47F8-930A-4F9C82E086BB}" srcOrd="6" destOrd="0" presId="urn:microsoft.com/office/officeart/2005/8/layout/vList2"/>
    <dgm:cxn modelId="{39000F12-F6E8-479A-A938-BBE97B28EDD9}" type="presParOf" srcId="{4138F366-A75F-4A2E-BBCF-7669552E81BC}" destId="{B9D90538-9016-49B3-88BF-18A01EC117DA}" srcOrd="7" destOrd="0" presId="urn:microsoft.com/office/officeart/2005/8/layout/vList2"/>
    <dgm:cxn modelId="{6F1CAD5B-3127-4CF7-9E8B-6F5EA74AE73F}" type="presParOf" srcId="{4138F366-A75F-4A2E-BBCF-7669552E81BC}" destId="{9DF91F77-A6D9-4C34-A119-E5747C2C50EB}" srcOrd="8" destOrd="0" presId="urn:microsoft.com/office/officeart/2005/8/layout/vList2"/>
    <dgm:cxn modelId="{F0C42289-71FA-41BF-A91A-287A2E0F5701}" type="presParOf" srcId="{4138F366-A75F-4A2E-BBCF-7669552E81BC}" destId="{6404F9F9-7FC8-4688-99C2-BBA2789E303C}" srcOrd="9" destOrd="0" presId="urn:microsoft.com/office/officeart/2005/8/layout/vList2"/>
    <dgm:cxn modelId="{6421E1ED-D78F-43B6-946D-73EC506A2521}" type="presParOf" srcId="{4138F366-A75F-4A2E-BBCF-7669552E81BC}" destId="{15B95C51-9FB5-4C41-AA01-4C66D8366E5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5E10F0-0D1C-439F-9BDB-68642F4A6E3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F04D324-1B57-40C1-AD03-66259ABF7081}">
      <dgm:prSet/>
      <dgm:spPr/>
      <dgm:t>
        <a:bodyPr/>
        <a:lstStyle/>
        <a:p>
          <a:r>
            <a:rPr lang="pt-PT" dirty="0"/>
            <a:t>Perigosas ou inofensivas?</a:t>
          </a:r>
          <a:endParaRPr lang="en-US" dirty="0"/>
        </a:p>
      </dgm:t>
    </dgm:pt>
    <dgm:pt modelId="{9BE74BDF-F390-47F5-96F4-4BD023A0E099}" type="parTrans" cxnId="{7E4AF8BE-3644-4AB1-B53E-2A04F3BAF4BB}">
      <dgm:prSet/>
      <dgm:spPr/>
      <dgm:t>
        <a:bodyPr/>
        <a:lstStyle/>
        <a:p>
          <a:endParaRPr lang="en-US"/>
        </a:p>
      </dgm:t>
    </dgm:pt>
    <dgm:pt modelId="{BB2C3DE5-468D-4858-986E-E5D96672347B}" type="sibTrans" cxnId="{7E4AF8BE-3644-4AB1-B53E-2A04F3BAF4BB}">
      <dgm:prSet/>
      <dgm:spPr/>
      <dgm:t>
        <a:bodyPr/>
        <a:lstStyle/>
        <a:p>
          <a:endParaRPr lang="en-US"/>
        </a:p>
      </dgm:t>
    </dgm:pt>
    <dgm:pt modelId="{F20819E5-5F47-4DB5-8339-428BC91E9CC0}">
      <dgm:prSet/>
      <dgm:spPr/>
      <dgm:t>
        <a:bodyPr/>
        <a:lstStyle/>
        <a:p>
          <a:r>
            <a:rPr lang="pt-PT" dirty="0"/>
            <a:t>Como se pode defender?</a:t>
          </a:r>
          <a:endParaRPr lang="en-US" dirty="0"/>
        </a:p>
      </dgm:t>
    </dgm:pt>
    <dgm:pt modelId="{02E24603-7CCE-4BB2-B112-065B6C79C261}" type="parTrans" cxnId="{9D5A9B9F-03C2-40BC-8F4B-2779AAB8730A}">
      <dgm:prSet/>
      <dgm:spPr/>
      <dgm:t>
        <a:bodyPr/>
        <a:lstStyle/>
        <a:p>
          <a:endParaRPr lang="en-US"/>
        </a:p>
      </dgm:t>
    </dgm:pt>
    <dgm:pt modelId="{2067091B-2D34-4FE9-B4B4-4634DBB1046D}" type="sibTrans" cxnId="{9D5A9B9F-03C2-40BC-8F4B-2779AAB8730A}">
      <dgm:prSet/>
      <dgm:spPr/>
      <dgm:t>
        <a:bodyPr/>
        <a:lstStyle/>
        <a:p>
          <a:endParaRPr lang="en-US"/>
        </a:p>
      </dgm:t>
    </dgm:pt>
    <dgm:pt modelId="{8A029874-9D96-4EF8-AAB9-2023326E8B1D}">
      <dgm:prSet/>
      <dgm:spPr/>
      <dgm:t>
        <a:bodyPr/>
        <a:lstStyle/>
        <a:p>
          <a:r>
            <a:rPr lang="pt-PT"/>
            <a:t>Devem ser permitidas em redes internas?</a:t>
          </a:r>
          <a:endParaRPr lang="en-US" dirty="0"/>
        </a:p>
      </dgm:t>
    </dgm:pt>
    <dgm:pt modelId="{3420B26B-7D27-426E-9183-1BB73F1F001D}" type="parTrans" cxnId="{BA1477B7-CCFA-4FF8-8E47-85B9D66F05F6}">
      <dgm:prSet/>
      <dgm:spPr/>
      <dgm:t>
        <a:bodyPr/>
        <a:lstStyle/>
        <a:p>
          <a:endParaRPr lang="pt-PT"/>
        </a:p>
      </dgm:t>
    </dgm:pt>
    <dgm:pt modelId="{A38344A5-8510-4B39-B538-5351ADC2C7A4}" type="sibTrans" cxnId="{BA1477B7-CCFA-4FF8-8E47-85B9D66F05F6}">
      <dgm:prSet/>
      <dgm:spPr/>
      <dgm:t>
        <a:bodyPr/>
        <a:lstStyle/>
        <a:p>
          <a:endParaRPr lang="pt-PT"/>
        </a:p>
      </dgm:t>
    </dgm:pt>
    <dgm:pt modelId="{F0931FFC-3899-4E83-99B7-FEAAEBA7D570}" type="pres">
      <dgm:prSet presAssocID="{3D5E10F0-0D1C-439F-9BDB-68642F4A6E3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71AE67-1BFC-499F-80A2-B62C8C202DD7}" type="pres">
      <dgm:prSet presAssocID="{1F04D324-1B57-40C1-AD03-66259ABF7081}" presName="root" presStyleCnt="0"/>
      <dgm:spPr/>
    </dgm:pt>
    <dgm:pt modelId="{0D91D268-5054-43AF-A2C8-699F9D9AB51C}" type="pres">
      <dgm:prSet presAssocID="{1F04D324-1B57-40C1-AD03-66259ABF7081}" presName="rootComposite" presStyleCnt="0"/>
      <dgm:spPr/>
    </dgm:pt>
    <dgm:pt modelId="{42DE442B-3A98-4A19-89B6-FA5CCBD4898F}" type="pres">
      <dgm:prSet presAssocID="{1F04D324-1B57-40C1-AD03-66259ABF7081}" presName="rootText" presStyleLbl="node1" presStyleIdx="0" presStyleCnt="3"/>
      <dgm:spPr/>
    </dgm:pt>
    <dgm:pt modelId="{2FA98665-7F3E-4728-BAB8-DF2A231DA186}" type="pres">
      <dgm:prSet presAssocID="{1F04D324-1B57-40C1-AD03-66259ABF7081}" presName="rootConnector" presStyleLbl="node1" presStyleIdx="0" presStyleCnt="3"/>
      <dgm:spPr/>
    </dgm:pt>
    <dgm:pt modelId="{783B07A0-7DDF-45EF-A79A-B5F6132150EF}" type="pres">
      <dgm:prSet presAssocID="{1F04D324-1B57-40C1-AD03-66259ABF7081}" presName="childShape" presStyleCnt="0"/>
      <dgm:spPr/>
    </dgm:pt>
    <dgm:pt modelId="{4C291DB6-552C-44BA-88F9-23180A49E5B8}" type="pres">
      <dgm:prSet presAssocID="{F20819E5-5F47-4DB5-8339-428BC91E9CC0}" presName="root" presStyleCnt="0"/>
      <dgm:spPr/>
    </dgm:pt>
    <dgm:pt modelId="{007A4F33-99F0-45B9-8D99-D629D3041973}" type="pres">
      <dgm:prSet presAssocID="{F20819E5-5F47-4DB5-8339-428BC91E9CC0}" presName="rootComposite" presStyleCnt="0"/>
      <dgm:spPr/>
    </dgm:pt>
    <dgm:pt modelId="{0B8E0816-41AE-4DB4-A462-8C5C163194BC}" type="pres">
      <dgm:prSet presAssocID="{F20819E5-5F47-4DB5-8339-428BC91E9CC0}" presName="rootText" presStyleLbl="node1" presStyleIdx="1" presStyleCnt="3"/>
      <dgm:spPr/>
    </dgm:pt>
    <dgm:pt modelId="{372EEA20-55D5-4B49-A852-5CB1B626C517}" type="pres">
      <dgm:prSet presAssocID="{F20819E5-5F47-4DB5-8339-428BC91E9CC0}" presName="rootConnector" presStyleLbl="node1" presStyleIdx="1" presStyleCnt="3"/>
      <dgm:spPr/>
    </dgm:pt>
    <dgm:pt modelId="{6D549E5C-9E0E-400B-B52D-52205698955F}" type="pres">
      <dgm:prSet presAssocID="{F20819E5-5F47-4DB5-8339-428BC91E9CC0}" presName="childShape" presStyleCnt="0"/>
      <dgm:spPr/>
    </dgm:pt>
    <dgm:pt modelId="{DA31651F-87E1-4890-938F-A8E542CFB851}" type="pres">
      <dgm:prSet presAssocID="{8A029874-9D96-4EF8-AAB9-2023326E8B1D}" presName="root" presStyleCnt="0"/>
      <dgm:spPr/>
    </dgm:pt>
    <dgm:pt modelId="{70F375DA-72F8-4860-A3A4-177CAD390CE5}" type="pres">
      <dgm:prSet presAssocID="{8A029874-9D96-4EF8-AAB9-2023326E8B1D}" presName="rootComposite" presStyleCnt="0"/>
      <dgm:spPr/>
    </dgm:pt>
    <dgm:pt modelId="{ABCBD4EA-3D7E-4D3E-AEF2-33B8BF3454AA}" type="pres">
      <dgm:prSet presAssocID="{8A029874-9D96-4EF8-AAB9-2023326E8B1D}" presName="rootText" presStyleLbl="node1" presStyleIdx="2" presStyleCnt="3"/>
      <dgm:spPr/>
    </dgm:pt>
    <dgm:pt modelId="{D058AFDE-4825-4068-8C25-DE96F102F7D9}" type="pres">
      <dgm:prSet presAssocID="{8A029874-9D96-4EF8-AAB9-2023326E8B1D}" presName="rootConnector" presStyleLbl="node1" presStyleIdx="2" presStyleCnt="3"/>
      <dgm:spPr/>
    </dgm:pt>
    <dgm:pt modelId="{DDE9D5B8-8BA0-421A-9249-4C8722682089}" type="pres">
      <dgm:prSet presAssocID="{8A029874-9D96-4EF8-AAB9-2023326E8B1D}" presName="childShape" presStyleCnt="0"/>
      <dgm:spPr/>
    </dgm:pt>
  </dgm:ptLst>
  <dgm:cxnLst>
    <dgm:cxn modelId="{54DA9018-94D5-41E8-8A89-D7BF8A767411}" type="presOf" srcId="{1F04D324-1B57-40C1-AD03-66259ABF7081}" destId="{42DE442B-3A98-4A19-89B6-FA5CCBD4898F}" srcOrd="0" destOrd="0" presId="urn:microsoft.com/office/officeart/2005/8/layout/hierarchy3"/>
    <dgm:cxn modelId="{61F80441-199B-4BBA-AB53-39B031A57E97}" type="presOf" srcId="{F20819E5-5F47-4DB5-8339-428BC91E9CC0}" destId="{0B8E0816-41AE-4DB4-A462-8C5C163194BC}" srcOrd="0" destOrd="0" presId="urn:microsoft.com/office/officeart/2005/8/layout/hierarchy3"/>
    <dgm:cxn modelId="{C5D4F16E-D955-4A80-B1DA-36504FA4C7BB}" type="presOf" srcId="{3D5E10F0-0D1C-439F-9BDB-68642F4A6E3A}" destId="{F0931FFC-3899-4E83-99B7-FEAAEBA7D570}" srcOrd="0" destOrd="0" presId="urn:microsoft.com/office/officeart/2005/8/layout/hierarchy3"/>
    <dgm:cxn modelId="{9D5A9B9F-03C2-40BC-8F4B-2779AAB8730A}" srcId="{3D5E10F0-0D1C-439F-9BDB-68642F4A6E3A}" destId="{F20819E5-5F47-4DB5-8339-428BC91E9CC0}" srcOrd="1" destOrd="0" parTransId="{02E24603-7CCE-4BB2-B112-065B6C79C261}" sibTransId="{2067091B-2D34-4FE9-B4B4-4634DBB1046D}"/>
    <dgm:cxn modelId="{64F972A9-3E80-48F8-BED1-5BA0F284AB9A}" type="presOf" srcId="{1F04D324-1B57-40C1-AD03-66259ABF7081}" destId="{2FA98665-7F3E-4728-BAB8-DF2A231DA186}" srcOrd="1" destOrd="0" presId="urn:microsoft.com/office/officeart/2005/8/layout/hierarchy3"/>
    <dgm:cxn modelId="{CB3358B0-6D80-4600-8BA4-A0B5216D4C2F}" type="presOf" srcId="{F20819E5-5F47-4DB5-8339-428BC91E9CC0}" destId="{372EEA20-55D5-4B49-A852-5CB1B626C517}" srcOrd="1" destOrd="0" presId="urn:microsoft.com/office/officeart/2005/8/layout/hierarchy3"/>
    <dgm:cxn modelId="{BA1477B7-CCFA-4FF8-8E47-85B9D66F05F6}" srcId="{3D5E10F0-0D1C-439F-9BDB-68642F4A6E3A}" destId="{8A029874-9D96-4EF8-AAB9-2023326E8B1D}" srcOrd="2" destOrd="0" parTransId="{3420B26B-7D27-426E-9183-1BB73F1F001D}" sibTransId="{A38344A5-8510-4B39-B538-5351ADC2C7A4}"/>
    <dgm:cxn modelId="{7E4AF8BE-3644-4AB1-B53E-2A04F3BAF4BB}" srcId="{3D5E10F0-0D1C-439F-9BDB-68642F4A6E3A}" destId="{1F04D324-1B57-40C1-AD03-66259ABF7081}" srcOrd="0" destOrd="0" parTransId="{9BE74BDF-F390-47F5-96F4-4BD023A0E099}" sibTransId="{BB2C3DE5-468D-4858-986E-E5D96672347B}"/>
    <dgm:cxn modelId="{41AE96BF-B019-4EA1-BB37-1FD074AB3C5B}" type="presOf" srcId="{8A029874-9D96-4EF8-AAB9-2023326E8B1D}" destId="{ABCBD4EA-3D7E-4D3E-AEF2-33B8BF3454AA}" srcOrd="0" destOrd="0" presId="urn:microsoft.com/office/officeart/2005/8/layout/hierarchy3"/>
    <dgm:cxn modelId="{4B14FDE6-EE1D-475E-B79E-BBECC6749842}" type="presOf" srcId="{8A029874-9D96-4EF8-AAB9-2023326E8B1D}" destId="{D058AFDE-4825-4068-8C25-DE96F102F7D9}" srcOrd="1" destOrd="0" presId="urn:microsoft.com/office/officeart/2005/8/layout/hierarchy3"/>
    <dgm:cxn modelId="{D65F48DA-2F42-42E4-9785-1BD59F61D265}" type="presParOf" srcId="{F0931FFC-3899-4E83-99B7-FEAAEBA7D570}" destId="{DF71AE67-1BFC-499F-80A2-B62C8C202DD7}" srcOrd="0" destOrd="0" presId="urn:microsoft.com/office/officeart/2005/8/layout/hierarchy3"/>
    <dgm:cxn modelId="{345AF88E-A7CD-4E9A-A729-0F1FD2F5B626}" type="presParOf" srcId="{DF71AE67-1BFC-499F-80A2-B62C8C202DD7}" destId="{0D91D268-5054-43AF-A2C8-699F9D9AB51C}" srcOrd="0" destOrd="0" presId="urn:microsoft.com/office/officeart/2005/8/layout/hierarchy3"/>
    <dgm:cxn modelId="{86A0E0CB-DF45-4390-B9ED-FF2CA3368BCA}" type="presParOf" srcId="{0D91D268-5054-43AF-A2C8-699F9D9AB51C}" destId="{42DE442B-3A98-4A19-89B6-FA5CCBD4898F}" srcOrd="0" destOrd="0" presId="urn:microsoft.com/office/officeart/2005/8/layout/hierarchy3"/>
    <dgm:cxn modelId="{2BB64D8E-5BEA-4D93-8376-878087C7A4B7}" type="presParOf" srcId="{0D91D268-5054-43AF-A2C8-699F9D9AB51C}" destId="{2FA98665-7F3E-4728-BAB8-DF2A231DA186}" srcOrd="1" destOrd="0" presId="urn:microsoft.com/office/officeart/2005/8/layout/hierarchy3"/>
    <dgm:cxn modelId="{3A4D6220-7304-472D-A4F0-2B5635E14F91}" type="presParOf" srcId="{DF71AE67-1BFC-499F-80A2-B62C8C202DD7}" destId="{783B07A0-7DDF-45EF-A79A-B5F6132150EF}" srcOrd="1" destOrd="0" presId="urn:microsoft.com/office/officeart/2005/8/layout/hierarchy3"/>
    <dgm:cxn modelId="{C2D23DF0-BAD6-4C7C-81C1-6D7FC1BD067E}" type="presParOf" srcId="{F0931FFC-3899-4E83-99B7-FEAAEBA7D570}" destId="{4C291DB6-552C-44BA-88F9-23180A49E5B8}" srcOrd="1" destOrd="0" presId="urn:microsoft.com/office/officeart/2005/8/layout/hierarchy3"/>
    <dgm:cxn modelId="{512F2134-9427-43E9-8A34-6B51FB82221E}" type="presParOf" srcId="{4C291DB6-552C-44BA-88F9-23180A49E5B8}" destId="{007A4F33-99F0-45B9-8D99-D629D3041973}" srcOrd="0" destOrd="0" presId="urn:microsoft.com/office/officeart/2005/8/layout/hierarchy3"/>
    <dgm:cxn modelId="{5C7158A2-00CE-4325-B21F-F70F5096F6D6}" type="presParOf" srcId="{007A4F33-99F0-45B9-8D99-D629D3041973}" destId="{0B8E0816-41AE-4DB4-A462-8C5C163194BC}" srcOrd="0" destOrd="0" presId="urn:microsoft.com/office/officeart/2005/8/layout/hierarchy3"/>
    <dgm:cxn modelId="{35805E6D-A65E-4FCD-BC7C-6CC9886DCE40}" type="presParOf" srcId="{007A4F33-99F0-45B9-8D99-D629D3041973}" destId="{372EEA20-55D5-4B49-A852-5CB1B626C517}" srcOrd="1" destOrd="0" presId="urn:microsoft.com/office/officeart/2005/8/layout/hierarchy3"/>
    <dgm:cxn modelId="{CB107D02-4416-4080-B34B-D0AFAB1DF2EB}" type="presParOf" srcId="{4C291DB6-552C-44BA-88F9-23180A49E5B8}" destId="{6D549E5C-9E0E-400B-B52D-52205698955F}" srcOrd="1" destOrd="0" presId="urn:microsoft.com/office/officeart/2005/8/layout/hierarchy3"/>
    <dgm:cxn modelId="{8856F00B-6194-442E-A80B-EE58AFFC5367}" type="presParOf" srcId="{F0931FFC-3899-4E83-99B7-FEAAEBA7D570}" destId="{DA31651F-87E1-4890-938F-A8E542CFB851}" srcOrd="2" destOrd="0" presId="urn:microsoft.com/office/officeart/2005/8/layout/hierarchy3"/>
    <dgm:cxn modelId="{9A708DC7-9965-4289-BAF8-6389126A3ABA}" type="presParOf" srcId="{DA31651F-87E1-4890-938F-A8E542CFB851}" destId="{70F375DA-72F8-4860-A3A4-177CAD390CE5}" srcOrd="0" destOrd="0" presId="urn:microsoft.com/office/officeart/2005/8/layout/hierarchy3"/>
    <dgm:cxn modelId="{E862B830-978B-4806-A04C-332AEE98B9CC}" type="presParOf" srcId="{70F375DA-72F8-4860-A3A4-177CAD390CE5}" destId="{ABCBD4EA-3D7E-4D3E-AEF2-33B8BF3454AA}" srcOrd="0" destOrd="0" presId="urn:microsoft.com/office/officeart/2005/8/layout/hierarchy3"/>
    <dgm:cxn modelId="{8FFA6E75-1B2D-4184-9A6E-84BFF40B5B62}" type="presParOf" srcId="{70F375DA-72F8-4860-A3A4-177CAD390CE5}" destId="{D058AFDE-4825-4068-8C25-DE96F102F7D9}" srcOrd="1" destOrd="0" presId="urn:microsoft.com/office/officeart/2005/8/layout/hierarchy3"/>
    <dgm:cxn modelId="{562EE9D8-8758-4E36-9154-0C5BD33C2FDD}" type="presParOf" srcId="{DA31651F-87E1-4890-938F-A8E542CFB851}" destId="{DDE9D5B8-8BA0-421A-9249-4C872268208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E442B-3A98-4A19-89B6-FA5CCBD4898F}">
      <dsp:nvSpPr>
        <dsp:cNvPr id="0" name=""/>
        <dsp:cNvSpPr/>
      </dsp:nvSpPr>
      <dsp:spPr>
        <a:xfrm>
          <a:off x="1297" y="1169719"/>
          <a:ext cx="3036372" cy="15181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62230" rIns="9334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900" kern="1200" dirty="0"/>
            <a:t>O que é?</a:t>
          </a:r>
          <a:endParaRPr lang="en-US" sz="4900" kern="1200" dirty="0"/>
        </a:p>
      </dsp:txBody>
      <dsp:txXfrm>
        <a:off x="45763" y="1214185"/>
        <a:ext cx="2947440" cy="1429254"/>
      </dsp:txXfrm>
    </dsp:sp>
    <dsp:sp modelId="{0D34EC72-3E54-4192-8ADE-5DA673F7A6B3}">
      <dsp:nvSpPr>
        <dsp:cNvPr id="0" name=""/>
        <dsp:cNvSpPr/>
      </dsp:nvSpPr>
      <dsp:spPr>
        <a:xfrm>
          <a:off x="3796763" y="1169719"/>
          <a:ext cx="3036372" cy="15181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62230" rIns="9334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900" kern="1200"/>
            <a:t>O que faz?</a:t>
          </a:r>
          <a:endParaRPr lang="en-US" sz="4900" kern="1200"/>
        </a:p>
      </dsp:txBody>
      <dsp:txXfrm>
        <a:off x="3841229" y="1214185"/>
        <a:ext cx="2947440" cy="1429254"/>
      </dsp:txXfrm>
    </dsp:sp>
    <dsp:sp modelId="{0B8E0816-41AE-4DB4-A462-8C5C163194BC}">
      <dsp:nvSpPr>
        <dsp:cNvPr id="0" name=""/>
        <dsp:cNvSpPr/>
      </dsp:nvSpPr>
      <dsp:spPr>
        <a:xfrm>
          <a:off x="7592229" y="1169719"/>
          <a:ext cx="3036372" cy="15181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45" tIns="62230" rIns="9334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900" kern="1200"/>
            <a:t>Como faz?</a:t>
          </a:r>
          <a:endParaRPr lang="en-US" sz="4900" kern="1200"/>
        </a:p>
      </dsp:txBody>
      <dsp:txXfrm>
        <a:off x="7636695" y="1214185"/>
        <a:ext cx="2947440" cy="14292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36C2F-0E53-4B41-AF64-8CEA89F9E365}">
      <dsp:nvSpPr>
        <dsp:cNvPr id="0" name=""/>
        <dsp:cNvSpPr/>
      </dsp:nvSpPr>
      <dsp:spPr>
        <a:xfrm>
          <a:off x="0" y="427549"/>
          <a:ext cx="6171948" cy="702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Descoberta de Rede Básica</a:t>
          </a:r>
          <a:endParaRPr lang="en-US" sz="3000" kern="1200" dirty="0"/>
        </a:p>
      </dsp:txBody>
      <dsp:txXfrm>
        <a:off x="34269" y="461818"/>
        <a:ext cx="6103410" cy="633462"/>
      </dsp:txXfrm>
    </dsp:sp>
    <dsp:sp modelId="{A9996D59-003E-496F-81F8-8BFD63DCEF81}">
      <dsp:nvSpPr>
        <dsp:cNvPr id="0" name=""/>
        <dsp:cNvSpPr/>
      </dsp:nvSpPr>
      <dsp:spPr>
        <a:xfrm>
          <a:off x="0" y="1215949"/>
          <a:ext cx="6171948" cy="702000"/>
        </a:xfrm>
        <a:prstGeom prst="roundRect">
          <a:avLst/>
        </a:prstGeom>
        <a:solidFill>
          <a:schemeClr val="accent2">
            <a:hueOff val="-81443"/>
            <a:satOff val="-698"/>
            <a:lumOff val="-4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Descoberta de Rede Avançada</a:t>
          </a:r>
          <a:endParaRPr lang="en-US" sz="3000" kern="1200"/>
        </a:p>
      </dsp:txBody>
      <dsp:txXfrm>
        <a:off x="34269" y="1250218"/>
        <a:ext cx="6103410" cy="633462"/>
      </dsp:txXfrm>
    </dsp:sp>
    <dsp:sp modelId="{8FB9E5B5-C1EE-4B55-9629-A35144142CD9}">
      <dsp:nvSpPr>
        <dsp:cNvPr id="0" name=""/>
        <dsp:cNvSpPr/>
      </dsp:nvSpPr>
      <dsp:spPr>
        <a:xfrm>
          <a:off x="0" y="2004349"/>
          <a:ext cx="6171948" cy="702000"/>
        </a:xfrm>
        <a:prstGeom prst="roundRect">
          <a:avLst/>
        </a:prstGeom>
        <a:solidFill>
          <a:schemeClr val="accent2">
            <a:hueOff val="-162885"/>
            <a:satOff val="-1396"/>
            <a:lumOff val="-9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Descoberta de rede Intensiva </a:t>
          </a:r>
          <a:endParaRPr lang="en-US" sz="3000" kern="1200"/>
        </a:p>
      </dsp:txBody>
      <dsp:txXfrm>
        <a:off x="34269" y="2038618"/>
        <a:ext cx="6103410" cy="633462"/>
      </dsp:txXfrm>
    </dsp:sp>
    <dsp:sp modelId="{7BC91012-70E4-47F8-930A-4F9C82E086BB}">
      <dsp:nvSpPr>
        <dsp:cNvPr id="0" name=""/>
        <dsp:cNvSpPr/>
      </dsp:nvSpPr>
      <dsp:spPr>
        <a:xfrm>
          <a:off x="0" y="2792750"/>
          <a:ext cx="6171948" cy="702000"/>
        </a:xfrm>
        <a:prstGeom prst="roundRect">
          <a:avLst/>
        </a:prstGeom>
        <a:solidFill>
          <a:schemeClr val="accent2">
            <a:hueOff val="-244328"/>
            <a:satOff val="-2094"/>
            <a:lumOff val="-13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Descoberta dos Sistemas Operativos</a:t>
          </a:r>
          <a:endParaRPr lang="en-US" sz="3000" kern="1200"/>
        </a:p>
      </dsp:txBody>
      <dsp:txXfrm>
        <a:off x="34269" y="2827019"/>
        <a:ext cx="6103410" cy="633462"/>
      </dsp:txXfrm>
    </dsp:sp>
    <dsp:sp modelId="{9DF91F77-A6D9-4C34-A119-E5747C2C50EB}">
      <dsp:nvSpPr>
        <dsp:cNvPr id="0" name=""/>
        <dsp:cNvSpPr/>
      </dsp:nvSpPr>
      <dsp:spPr>
        <a:xfrm>
          <a:off x="0" y="3581150"/>
          <a:ext cx="6171948" cy="702000"/>
        </a:xfrm>
        <a:prstGeom prst="roundRect">
          <a:avLst/>
        </a:prstGeom>
        <a:solidFill>
          <a:schemeClr val="accent2">
            <a:hueOff val="-325770"/>
            <a:satOff val="-2792"/>
            <a:lumOff val="-18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Descoberta de Vulnerabilidades </a:t>
          </a:r>
          <a:endParaRPr lang="en-US" sz="3000" kern="1200"/>
        </a:p>
      </dsp:txBody>
      <dsp:txXfrm>
        <a:off x="34269" y="3615419"/>
        <a:ext cx="6103410" cy="633462"/>
      </dsp:txXfrm>
    </dsp:sp>
    <dsp:sp modelId="{15B95C51-9FB5-4C41-AA01-4C66D8366E5D}">
      <dsp:nvSpPr>
        <dsp:cNvPr id="0" name=""/>
        <dsp:cNvSpPr/>
      </dsp:nvSpPr>
      <dsp:spPr>
        <a:xfrm>
          <a:off x="0" y="4450571"/>
          <a:ext cx="6171948" cy="7020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Descoberta de Protocolos</a:t>
          </a:r>
          <a:endParaRPr lang="en-US" sz="3000" kern="1200" dirty="0"/>
        </a:p>
      </dsp:txBody>
      <dsp:txXfrm>
        <a:off x="34269" y="4484840"/>
        <a:ext cx="6103410" cy="633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E442B-3A98-4A19-89B6-FA5CCBD4898F}">
      <dsp:nvSpPr>
        <dsp:cNvPr id="0" name=""/>
        <dsp:cNvSpPr/>
      </dsp:nvSpPr>
      <dsp:spPr>
        <a:xfrm>
          <a:off x="1305" y="1106560"/>
          <a:ext cx="3054057" cy="15270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400" kern="1200" dirty="0"/>
            <a:t>Perigosas ou inofensivas?</a:t>
          </a:r>
          <a:endParaRPr lang="en-US" sz="3400" kern="1200" dirty="0"/>
        </a:p>
      </dsp:txBody>
      <dsp:txXfrm>
        <a:off x="46030" y="1151285"/>
        <a:ext cx="2964607" cy="1437578"/>
      </dsp:txXfrm>
    </dsp:sp>
    <dsp:sp modelId="{0B8E0816-41AE-4DB4-A462-8C5C163194BC}">
      <dsp:nvSpPr>
        <dsp:cNvPr id="0" name=""/>
        <dsp:cNvSpPr/>
      </dsp:nvSpPr>
      <dsp:spPr>
        <a:xfrm>
          <a:off x="3818877" y="1106560"/>
          <a:ext cx="3054057" cy="15270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400" kern="1200" dirty="0"/>
            <a:t>Como se pode defender?</a:t>
          </a:r>
          <a:endParaRPr lang="en-US" sz="3400" kern="1200" dirty="0"/>
        </a:p>
      </dsp:txBody>
      <dsp:txXfrm>
        <a:off x="3863602" y="1151285"/>
        <a:ext cx="2964607" cy="1437578"/>
      </dsp:txXfrm>
    </dsp:sp>
    <dsp:sp modelId="{ABCBD4EA-3D7E-4D3E-AEF2-33B8BF3454AA}">
      <dsp:nvSpPr>
        <dsp:cNvPr id="0" name=""/>
        <dsp:cNvSpPr/>
      </dsp:nvSpPr>
      <dsp:spPr>
        <a:xfrm>
          <a:off x="7636449" y="1106560"/>
          <a:ext cx="3054057" cy="15270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400" kern="1200"/>
            <a:t>Devem ser permitidas em redes internas?</a:t>
          </a:r>
          <a:endParaRPr lang="en-US" sz="3400" kern="1200" dirty="0"/>
        </a:p>
      </dsp:txBody>
      <dsp:txXfrm>
        <a:off x="7681174" y="1151285"/>
        <a:ext cx="2964607" cy="1437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7B63C-ACF3-46D4-970C-09CB1DCDB354}" type="datetimeFigureOut">
              <a:rPr lang="pt-PT" smtClean="0"/>
              <a:t>05/06/2025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A4B65-1392-44BD-BF9B-43FE08A586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220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Softare</a:t>
            </a: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varredura, ou seja, objetivo de varrer/analisar a rede, Para isso este usa Pacotes de </a:t>
            </a:r>
            <a:r>
              <a:rPr lang="pt-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Ips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556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Ping</a:t>
            </a:r>
            <a:r>
              <a:rPr lang="pt-PT" dirty="0"/>
              <a:t> </a:t>
            </a:r>
            <a:r>
              <a:rPr lang="pt-PT" dirty="0" err="1"/>
              <a:t>sweep</a:t>
            </a:r>
            <a:r>
              <a:rPr lang="pt-PT" dirty="0"/>
              <a:t> manual,  </a:t>
            </a:r>
            <a:br>
              <a:rPr lang="pt-PT" dirty="0"/>
            </a:br>
            <a:endParaRPr lang="pt-PT" dirty="0"/>
          </a:p>
          <a:p>
            <a:r>
              <a:rPr lang="pt-PT" dirty="0"/>
              <a:t>Descoberta de OS através de </a:t>
            </a:r>
            <a:r>
              <a:rPr lang="pt-PT" dirty="0" err="1"/>
              <a:t>fingerprints</a:t>
            </a:r>
            <a:r>
              <a:rPr lang="pt-PT" dirty="0"/>
              <a:t>,</a:t>
            </a:r>
            <a:br>
              <a:rPr lang="pt-PT" dirty="0"/>
            </a:br>
            <a:br>
              <a:rPr lang="pt-PT" dirty="0"/>
            </a:br>
            <a:r>
              <a:rPr lang="pt-PT" dirty="0"/>
              <a:t>Tipo de resposta a certos pacotes indica serviços e versões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9737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431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Funciona com ICMP, se não dá, passa para ARP, se não conseguir pacotes TCP ACK para portas 80 e 443 </a:t>
            </a:r>
            <a:r>
              <a:rPr lang="pt-PT" dirty="0" err="1"/>
              <a:t>http</a:t>
            </a:r>
            <a:r>
              <a:rPr lang="pt-PT" dirty="0"/>
              <a:t> e </a:t>
            </a:r>
            <a:r>
              <a:rPr lang="pt-PT" dirty="0" err="1"/>
              <a:t>https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0875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52A4-8B69-C498-44D8-124ECFE1F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A77D194-100C-DA9F-A141-D0114660C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12779B2-4207-5EF2-0ACD-41AC03A27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Funciona com pacotes TCP SYN</a:t>
            </a:r>
            <a:br>
              <a:rPr lang="pt-PT" dirty="0"/>
            </a:br>
            <a:r>
              <a:rPr lang="pt-PT" dirty="0"/>
              <a:t>pesquisa mais furtiva</a:t>
            </a:r>
          </a:p>
          <a:p>
            <a:r>
              <a:rPr lang="pt-PT" dirty="0"/>
              <a:t>Manda SYN, recebe SYN ACK, e envia RST antes de completar o </a:t>
            </a:r>
            <a:r>
              <a:rPr lang="pt-PT" dirty="0" err="1"/>
              <a:t>three-way-handshake</a:t>
            </a:r>
            <a:endParaRPr lang="pt-PT" dirty="0"/>
          </a:p>
          <a:p>
            <a:r>
              <a:rPr lang="pt-PT" dirty="0"/>
              <a:t>Como não há conexão é mais difícil de detetar pela firewall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BAB4216-9F40-9569-B23E-CAF178A59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973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5078-67F6-93BD-9305-D07AF572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A6DC684-59DD-64EA-879E-DF1C75E61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19654F0-DF05-8464-0E9D-C57F2CE93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Envia pacotes IP e recebe respostas, </a:t>
            </a:r>
          </a:p>
          <a:p>
            <a:r>
              <a:rPr lang="pt-PT" dirty="0"/>
              <a:t>de acordo com as respostas o sistema operativo deixa </a:t>
            </a:r>
            <a:r>
              <a:rPr lang="pt-PT" dirty="0" err="1"/>
              <a:t>fingerprints</a:t>
            </a:r>
            <a:endParaRPr lang="pt-PT" dirty="0"/>
          </a:p>
          <a:p>
            <a:r>
              <a:rPr lang="pt-PT" dirty="0"/>
              <a:t>São comparadas com uma base de dados interna do </a:t>
            </a:r>
            <a:r>
              <a:rPr lang="pt-PT" dirty="0" err="1"/>
              <a:t>nmap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1A9CB13-1B95-333F-7D98-B564C1D18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9011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330D-1D56-1D86-5A2B-E98F3D6F1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3EA0F9D-C6D7-2670-71D4-544AF8B37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6D2E180-6E50-3DA7-2550-7013C00D8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Faz tudo o que falamos anteriormente mas num só comando.</a:t>
            </a:r>
          </a:p>
          <a:p>
            <a:r>
              <a:rPr lang="pt-PT" dirty="0"/>
              <a:t>A deteção de vulnerabilidades é feita com NSE (</a:t>
            </a:r>
            <a:r>
              <a:rPr lang="pt-PT" dirty="0" err="1"/>
              <a:t>Nmap</a:t>
            </a:r>
            <a:r>
              <a:rPr lang="pt-PT" dirty="0"/>
              <a:t> </a:t>
            </a:r>
            <a:r>
              <a:rPr lang="pt-PT" dirty="0" err="1"/>
              <a:t>scripting</a:t>
            </a:r>
            <a:r>
              <a:rPr lang="pt-PT" dirty="0"/>
              <a:t> </a:t>
            </a:r>
            <a:r>
              <a:rPr lang="pt-PT" dirty="0" err="1"/>
              <a:t>engine</a:t>
            </a:r>
            <a:r>
              <a:rPr lang="pt-PT" dirty="0"/>
              <a:t>)</a:t>
            </a:r>
          </a:p>
          <a:p>
            <a:r>
              <a:rPr lang="pt-PT" dirty="0"/>
              <a:t> 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621889C-8E7B-8993-6312-160128890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9884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8991E-0FE1-EB9A-809F-FA99FE84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F765C5F-DB49-9283-62A4-66BD0003B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B95C2CE-B200-2E1F-AED9-0E2FDADCF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Funciona diferente do anterior pois usa scripts diferentes e compara com outra base de dados.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196CC1B-2CE2-2217-4324-43440959E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5976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79287-8790-E6C5-389C-0CF4789B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256A4D4-A291-4490-1F59-7BE918D52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676DB92-61BD-6260-2F8F-D38742BEC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Envia vários pacotes com diferentes números de protocolo no </a:t>
            </a:r>
            <a:r>
              <a:rPr lang="pt-PT" dirty="0" err="1"/>
              <a:t>header</a:t>
            </a:r>
            <a:r>
              <a:rPr lang="pt-PT" dirty="0"/>
              <a:t> e verifica quais respondem e o tipo de resposta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EBFD040-4BA7-E103-B7CF-2A0DD0743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4939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1 – Opinião dividida, alguns consideram inofensivos, outros consideram que são percursores a ataques e devem ser vigiados. Perigosos em redes mal configuradas, caso contrário, têm pouco perigo</a:t>
            </a:r>
          </a:p>
          <a:p>
            <a:r>
              <a:rPr lang="pt-PT" dirty="0"/>
              <a:t>2 – </a:t>
            </a:r>
            <a:r>
              <a:rPr lang="pt-PT" dirty="0" err="1"/>
              <a:t>ACLs</a:t>
            </a:r>
            <a:r>
              <a:rPr lang="pt-PT" dirty="0"/>
              <a:t>, TCP </a:t>
            </a:r>
            <a:r>
              <a:rPr lang="pt-PT" dirty="0" err="1"/>
              <a:t>Intercept</a:t>
            </a:r>
            <a:r>
              <a:rPr lang="pt-PT" dirty="0"/>
              <a:t> , IDS e </a:t>
            </a:r>
            <a:r>
              <a:rPr lang="pt-PT" dirty="0" err="1"/>
              <a:t>Firewalls</a:t>
            </a:r>
            <a:r>
              <a:rPr lang="pt-PT" dirty="0"/>
              <a:t> “</a:t>
            </a:r>
            <a:r>
              <a:rPr lang="pt-PT" dirty="0" err="1"/>
              <a:t>deny-by-default</a:t>
            </a:r>
            <a:r>
              <a:rPr lang="pt-PT" dirty="0"/>
              <a:t>”</a:t>
            </a:r>
          </a:p>
          <a:p>
            <a:r>
              <a:rPr lang="pt-PT" dirty="0"/>
              <a:t>3 – Permite testar a segurança das defesas implementadas, ver portos abertos que podem ser abusados, permite simular um ataque e proteger a </a:t>
            </a:r>
            <a:r>
              <a:rPr lang="pt-PT" dirty="0" err="1"/>
              <a:t>vunerabilidades</a:t>
            </a:r>
            <a:r>
              <a:rPr lang="pt-PT" dirty="0"/>
              <a:t> que eles talvez usem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A4B65-1392-44BD-BF9B-43FE08A58637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9012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93562-66F4-478D-ADEF-D7173A3DA668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4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5A21-FD34-43CE-A1C9-575F63CCF2F6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4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5A5B1-82D4-4782-B594-C5CEC0DF65CB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9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81AF-E89F-462D-8DAF-17A32F2A4C92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0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0B4B1-1939-4288-B6F8-B9B6F9078F08}" type="datetime1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5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F5BA-2A7C-45A3-A9A6-A5700DB16C67}" type="datetime1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10DD-1DDD-413F-ACB5-4D0CA906048D}" type="datetime1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35CD-EB7C-415D-9313-CDC99E7D6965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7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A302-418C-47FB-A7E5-0EEED439D29B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1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1B1-2F12-4E6E-AFCD-38DF9DBDE0E1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7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88EE3-2684-4E23-AA12-7BBB81C37353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4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43DA8CFF-54B7-47D2-BA64-87166B2ECAC1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66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Uma imagem com céu, nuvem, azul, captura de ecrã&#10;&#10;Os conteúdos gerados por IA podem estar incorretos.">
            <a:extLst>
              <a:ext uri="{FF2B5EF4-FFF2-40B4-BE49-F238E27FC236}">
                <a16:creationId xmlns:a16="http://schemas.microsoft.com/office/drawing/2014/main" id="{DC92E6E0-1590-F7DE-4DCE-EA4CB882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B40175-083E-C8AE-A3DE-E5EF805D3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30" y="5692873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pt-PT" sz="3600" dirty="0"/>
              <a:t>Projeto Autoproposto - </a:t>
            </a:r>
            <a:r>
              <a:rPr lang="pt-PT" sz="3600" dirty="0" err="1"/>
              <a:t>NMap</a:t>
            </a:r>
            <a:endParaRPr lang="pt-PT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A606B6-1CEA-84D3-002B-84A53880C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 fontScale="77500" lnSpcReduction="20000"/>
          </a:bodyPr>
          <a:lstStyle/>
          <a:p>
            <a:pPr algn="r"/>
            <a:r>
              <a:rPr lang="pt-PT" sz="1800" dirty="0"/>
              <a:t>Martim Oliveira Nº2022132041</a:t>
            </a:r>
          </a:p>
          <a:p>
            <a:pPr algn="r"/>
            <a:r>
              <a:rPr lang="pt-PT" sz="1800" dirty="0"/>
              <a:t>Ricardo Duarte Nº2022137878</a:t>
            </a:r>
          </a:p>
          <a:p>
            <a:pPr algn="r"/>
            <a:r>
              <a:rPr lang="pt-PT" sz="1800" dirty="0"/>
              <a:t>Ernesto Cruz Nº2023144672</a:t>
            </a:r>
          </a:p>
        </p:txBody>
      </p:sp>
      <p:pic>
        <p:nvPicPr>
          <p:cNvPr id="1026" name="Picture 2" descr="NMAP for Beginners: Tutorial. Well hello there my fellow Hackers and… | by  Akshat Gupta | Medium">
            <a:extLst>
              <a:ext uri="{FF2B5EF4-FFF2-40B4-BE49-F238E27FC236}">
                <a16:creationId xmlns:a16="http://schemas.microsoft.com/office/drawing/2014/main" id="{000F678E-8CE9-770A-44F5-5155A22FF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031" y="4002511"/>
            <a:ext cx="1838612" cy="98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607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4BB0CE-38F6-29C4-B829-7700A264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Topologia da rede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 descr="Uma imagem com diagrama, círculo, file, texto&#10;&#10;Os conteúdos gerados por IA podem estar incorretos.">
            <a:extLst>
              <a:ext uri="{FF2B5EF4-FFF2-40B4-BE49-F238E27FC236}">
                <a16:creationId xmlns:a16="http://schemas.microsoft.com/office/drawing/2014/main" id="{8EC93CBD-DB12-9B4E-236E-3884124A0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08" y="723901"/>
            <a:ext cx="6805283" cy="5410200"/>
          </a:xfrm>
          <a:prstGeom prst="rect">
            <a:avLst/>
          </a:prstGeom>
        </p:spPr>
      </p:pic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380FD481-F2BC-7172-56EE-64A82480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51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0ADA0-498C-31B9-DD37-0B686187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Ferramentas adicionais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5289829-6020-33AC-1E93-7F3120506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  <a:p>
            <a:r>
              <a:rPr lang="pt-PT" dirty="0" err="1"/>
              <a:t>Wireshark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D3D25C9-3003-44D9-131E-7C8EDCA9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97EFFBC-A5A5-A0FF-A654-709FC8D05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359" y="3919347"/>
            <a:ext cx="2042541" cy="204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24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9D86CA-ECF6-3846-5F9A-0B121FC98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pt-PT" dirty="0" err="1"/>
              <a:t>Nmap</a:t>
            </a:r>
            <a:endParaRPr lang="pt-PT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4F955041-A61F-A9A6-AB0E-48D1B6220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716585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7264268-75F3-70DF-8D2C-199592DD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06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AE1C35-E991-46C0-BCDD-05AB2A40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pt-PT" dirty="0"/>
              <a:t>Vantagens</a:t>
            </a:r>
          </a:p>
        </p:txBody>
      </p:sp>
      <p:pic>
        <p:nvPicPr>
          <p:cNvPr id="6" name="Picture 5" descr="Painel de sala de servidores iluminada">
            <a:extLst>
              <a:ext uri="{FF2B5EF4-FFF2-40B4-BE49-F238E27FC236}">
                <a16:creationId xmlns:a16="http://schemas.microsoft.com/office/drawing/2014/main" id="{312C4626-0253-1841-4C51-DA831E39EE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17" r="32951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E9E691A-D7D3-9AA2-73B4-349C0533E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pt-PT" dirty="0"/>
              <a:t>Como identificar dispositivos ativos na rede? </a:t>
            </a:r>
          </a:p>
          <a:p>
            <a:endParaRPr lang="pt-PT" dirty="0"/>
          </a:p>
          <a:p>
            <a:r>
              <a:rPr lang="pt-PT" dirty="0"/>
              <a:t>Como identificar o sistema operativo dos dispositivos?</a:t>
            </a:r>
          </a:p>
          <a:p>
            <a:endParaRPr lang="pt-PT" dirty="0"/>
          </a:p>
          <a:p>
            <a:r>
              <a:rPr lang="pt-PT" dirty="0"/>
              <a:t>Que serviços estão em execução nos servidores e que portas estão abertas?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679E5D1-AA42-BB13-F023-DAA97CAB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00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405C81-2AFC-02F4-7CDE-4C50095D6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pt-PT" dirty="0"/>
              <a:t>Experiencias</a:t>
            </a:r>
            <a:br>
              <a:rPr lang="pt-PT" dirty="0"/>
            </a:br>
            <a:r>
              <a:rPr lang="pt-PT" dirty="0"/>
              <a:t>e </a:t>
            </a:r>
            <a:r>
              <a:rPr lang="pt-PT" dirty="0" err="1"/>
              <a:t>Flags</a:t>
            </a:r>
            <a:endParaRPr lang="pt-PT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5A38700-484E-8722-6BAF-BBFD4E55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Marcador de Posição de Conteúdo 2">
            <a:extLst>
              <a:ext uri="{FF2B5EF4-FFF2-40B4-BE49-F238E27FC236}">
                <a16:creationId xmlns:a16="http://schemas.microsoft.com/office/drawing/2014/main" id="{D0E94F0D-C377-4507-AABE-7E45EE8D59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23466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FEE69A05-BC06-8F0A-59E5-29BEF13B702E}"/>
              </a:ext>
            </a:extLst>
          </p:cNvPr>
          <p:cNvSpPr txBox="1"/>
          <p:nvPr/>
        </p:nvSpPr>
        <p:spPr>
          <a:xfrm>
            <a:off x="3703898" y="1226917"/>
            <a:ext cx="1492904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pt-PT" dirty="0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959EBB"/>
                </a:solidFill>
              </a:rPr>
              <a:t>-sn</a:t>
            </a: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</a:endParaRP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</a:endParaRPr>
          </a:p>
          <a:p>
            <a:pPr algn="r"/>
            <a:r>
              <a:rPr lang="pt-PT" dirty="0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8792B1"/>
                </a:solidFill>
              </a:rPr>
              <a:t>-</a:t>
            </a:r>
            <a:r>
              <a:rPr lang="pt-PT" dirty="0" err="1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8792B1"/>
                </a:solidFill>
              </a:rPr>
              <a:t>sS</a:t>
            </a:r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  <a:solidFill>
                <a:srgbClr val="8792B1"/>
              </a:solidFill>
            </a:endParaRP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</a:endParaRP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</a:endParaRPr>
          </a:p>
          <a:p>
            <a:pPr algn="r"/>
            <a:r>
              <a:rPr lang="pt-PT" dirty="0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7A87A7"/>
                </a:solidFill>
              </a:rPr>
              <a:t>-A</a:t>
            </a: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</a:endParaRP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</a:endParaRPr>
          </a:p>
          <a:p>
            <a:pPr algn="r"/>
            <a:r>
              <a:rPr lang="pt-PT" dirty="0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6C7B9D"/>
                </a:solidFill>
              </a:rPr>
              <a:t>-O</a:t>
            </a: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</a:endParaRP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</a:endParaRPr>
          </a:p>
          <a:p>
            <a:pPr algn="r"/>
            <a:r>
              <a:rPr lang="pt-PT" dirty="0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627190"/>
                </a:solidFill>
              </a:rPr>
              <a:t>--script </a:t>
            </a:r>
            <a:r>
              <a:rPr lang="pt-PT" dirty="0" err="1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627190"/>
                </a:solidFill>
              </a:rPr>
              <a:t>vuln</a:t>
            </a:r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  <a:solidFill>
                <a:srgbClr val="627190"/>
              </a:solidFill>
            </a:endParaRPr>
          </a:p>
          <a:p>
            <a:pPr algn="r"/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  <a:solidFill>
                <a:srgbClr val="627190"/>
              </a:solidFill>
            </a:endParaRPr>
          </a:p>
          <a:p>
            <a:pPr algn="r"/>
            <a:br>
              <a:rPr lang="pt-PT" dirty="0">
                <a:ln w="0">
                  <a:solidFill>
                    <a:schemeClr val="tx1">
                      <a:alpha val="35000"/>
                    </a:schemeClr>
                  </a:solidFill>
                </a:ln>
              </a:rPr>
            </a:br>
            <a:r>
              <a:rPr lang="pt-PT" dirty="0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596781"/>
                </a:solidFill>
              </a:rPr>
              <a:t>-</a:t>
            </a:r>
            <a:r>
              <a:rPr lang="pt-PT" dirty="0" err="1">
                <a:ln w="0">
                  <a:solidFill>
                    <a:schemeClr val="tx1">
                      <a:alpha val="35000"/>
                    </a:schemeClr>
                  </a:solidFill>
                </a:ln>
                <a:solidFill>
                  <a:srgbClr val="596781"/>
                </a:solidFill>
              </a:rPr>
              <a:t>sO</a:t>
            </a:r>
            <a:endParaRPr lang="pt-PT" dirty="0">
              <a:ln w="0">
                <a:solidFill>
                  <a:schemeClr val="tx1">
                    <a:alpha val="35000"/>
                  </a:schemeClr>
                </a:solidFill>
              </a:ln>
              <a:solidFill>
                <a:srgbClr val="5967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75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006321-A8A1-CDE7-7C14-8192C9A7D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Descoberta de Rede Básica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8A3581FE-534E-51F2-75F2-14F63B3D0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673401"/>
            <a:ext cx="7353299" cy="3511200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8728D71-C598-9D1F-DD26-D188BAFC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1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59D0A-D1E1-92C3-6277-CAD85E6E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261C0F-469A-1457-0265-ED1B7FB7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Descoberta de Rede Avançada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A45B2547-80AA-5E7F-6740-F4DAA500D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338" y="723901"/>
            <a:ext cx="4679822" cy="5410200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5252E65-ACFA-BE39-D4D4-A8D9AAFD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01DC1-6A50-147E-7CC1-C5C6E26D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55B297-1F9D-A6D0-8CDC-E0C925B9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Descoberta dos Sistemas Operativos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7E6EE017-BF2E-1E77-8C35-1EB31C685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393" y="247991"/>
            <a:ext cx="4293553" cy="6290921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569524B-AC76-B07F-D601-BFB68E36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9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1A2B1-0555-AA5E-6887-03AED3D8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5E9C0E-36E2-1284-CE3E-E479D1F60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Descoberta</a:t>
            </a:r>
            <a:r>
              <a:rPr lang="en-US" dirty="0"/>
              <a:t> de rede </a:t>
            </a:r>
            <a:r>
              <a:rPr lang="en-US" dirty="0" err="1"/>
              <a:t>Intensiva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D26D19DA-9555-0CA8-14A7-137712F3D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2" r="-1" b="13729"/>
          <a:stretch>
            <a:fillRect/>
          </a:stretch>
        </p:blipFill>
        <p:spPr>
          <a:xfrm>
            <a:off x="5783490" y="297054"/>
            <a:ext cx="5235610" cy="6121231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D93C6AA-5804-6ED0-5256-A487F227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2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178CE-3509-C56A-1E57-57FA1455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8175DB-C524-031B-6B8B-E114C603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457482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Descoberta</a:t>
            </a:r>
            <a:r>
              <a:rPr lang="en-US" dirty="0"/>
              <a:t> de </a:t>
            </a:r>
            <a:r>
              <a:rPr lang="en-US" dirty="0" err="1"/>
              <a:t>Vulnerabilidades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A35240D7-C262-9083-5FE4-60BF5B0F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175296"/>
            <a:ext cx="4574821" cy="6182190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D25D916-27D7-2952-59F0-6A233624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03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8D3BA3-040C-6DBA-2339-6FFBFD7D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4F335E-DD3A-7236-ED55-85346E4A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9024"/>
            <a:ext cx="4580681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/>
              <a:t>Descoberta de Protocolos 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30C03DAF-6ADE-7737-76EB-E78732BC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9610"/>
            <a:ext cx="4177561" cy="5664490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8C3E1AA-4E0C-4475-F5A5-4CFB1F0A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74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A3215-332A-6FEB-B243-01F9C329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Ferramentas de varredura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EC920BF-42E8-793D-5BCA-1050E3D0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BA5B32ED-47BB-D9A6-C33C-5809038D6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40482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62587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173</TotalTime>
  <Words>433</Words>
  <Application>Microsoft Office PowerPoint</Application>
  <PresentationFormat>Ecrã Panorâmico</PresentationFormat>
  <Paragraphs>90</Paragraphs>
  <Slides>13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Calisto MT</vt:lpstr>
      <vt:lpstr>Univers Condensed</vt:lpstr>
      <vt:lpstr>ChronicleVTI</vt:lpstr>
      <vt:lpstr>Projeto Autoproposto - NMap</vt:lpstr>
      <vt:lpstr>Topologia da rede</vt:lpstr>
      <vt:lpstr>Ferramentas adicionais</vt:lpstr>
      <vt:lpstr>Nmap</vt:lpstr>
      <vt:lpstr>Vantagens</vt:lpstr>
      <vt:lpstr>Experiencias e Flags</vt:lpstr>
      <vt:lpstr>Descoberta de Rede Básica</vt:lpstr>
      <vt:lpstr>Descoberta de Rede Avançada</vt:lpstr>
      <vt:lpstr>Descoberta dos Sistemas Operativos</vt:lpstr>
      <vt:lpstr>Descoberta de rede Intensiva</vt:lpstr>
      <vt:lpstr>Descoberta de Vulnerabilidades</vt:lpstr>
      <vt:lpstr>Descoberta de Protocolos </vt:lpstr>
      <vt:lpstr>Ferramentas de varredura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Martim Ferreira de Oliveira</dc:creator>
  <cp:lastModifiedBy>Ernesto Brito Cruz</cp:lastModifiedBy>
  <cp:revision>3</cp:revision>
  <dcterms:created xsi:type="dcterms:W3CDTF">2025-06-05T14:08:34Z</dcterms:created>
  <dcterms:modified xsi:type="dcterms:W3CDTF">2025-06-05T20:06:39Z</dcterms:modified>
</cp:coreProperties>
</file>